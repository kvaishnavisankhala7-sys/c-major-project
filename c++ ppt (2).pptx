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63" r:id="rId4"/>
    <p:sldId id="260" r:id="rId5"/>
    <p:sldId id="259" r:id="rId6"/>
    <p:sldId id="261" r:id="rId7"/>
    <p:sldId id="258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1B5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476C6F-96F9-4303-B32E-34F73C3EFDFC}" v="152" dt="2026-03-11T09:48:20.6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f573c996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f573c996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/>
            <a:r>
              <a:rPr lang="en-GB" sz="2400" b="1" dirty="0">
                <a:solidFill>
                  <a:schemeClr val="lt1"/>
                </a:solidFill>
              </a:rPr>
              <a:t>Courier &amp; Parcel Tracking System</a:t>
            </a:r>
          </a:p>
          <a:p>
            <a:pPr marL="0" indent="0"/>
            <a:endParaRPr lang="en-GB" sz="2000" b="1" dirty="0">
              <a:solidFill>
                <a:schemeClr val="lt1"/>
              </a:solidFill>
            </a:endParaRPr>
          </a:p>
          <a:p>
            <a:pPr marL="0" indent="0"/>
            <a:r>
              <a:rPr lang="en-GB" sz="800" b="1" dirty="0">
                <a:solidFill>
                  <a:schemeClr val="lt1"/>
                </a:solidFill>
              </a:rPr>
              <a:t>By, Vaishnavi </a:t>
            </a:r>
            <a:r>
              <a:rPr lang="en-GB" sz="800" b="1" dirty="0" err="1">
                <a:solidFill>
                  <a:schemeClr val="lt1"/>
                </a:solidFill>
              </a:rPr>
              <a:t>Sankhala</a:t>
            </a:r>
            <a:endParaRPr lang="en-GB" sz="800" b="1" dirty="0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A81B50"/>
                </a:solidFill>
              </a:rPr>
              <a:t>Index</a:t>
            </a:r>
            <a:endParaRPr lang="en-US"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Problem Statement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Your solution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Working (Method/Mind map)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Conclusion.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000"/>
              <a:t>Note: Slides (excluding Thank-you and Introduction slide) should not be more than 4.</a:t>
            </a:r>
            <a:endParaRPr sz="1000"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AB4E8-BAA3-C2BF-9BFE-4D1FC856F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A81B50"/>
                </a:solidFill>
                <a:latin typeface="Calibri"/>
                <a:ea typeface="Calibri"/>
                <a:cs typeface="Calibri"/>
              </a:rPr>
              <a:t>Problem Statement</a:t>
            </a:r>
            <a:br>
              <a:rPr lang="en-US" sz="4400" b="1" dirty="0">
                <a:solidFill>
                  <a:srgbClr val="A81B50"/>
                </a:solidFill>
                <a:latin typeface="Calibri"/>
                <a:ea typeface="Calibri"/>
                <a:cs typeface="Calibri"/>
              </a:rPr>
            </a:br>
            <a:endParaRPr lang="en-US" sz="4400" b="1" dirty="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FEDC0-1FC1-E78D-3EF0-771077F02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Courier companies manage many parcels daily.</a:t>
            </a:r>
            <a:endParaRPr lang="en-US" dirty="0"/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Manual tracking can lead to errors and confusion.</a:t>
            </a: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Customers want to know parcel status and location.</a:t>
            </a: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A simple digital system is needed for parcel tracking.</a:t>
            </a:r>
          </a:p>
          <a:p>
            <a:pPr marL="114300" indent="0">
              <a:lnSpc>
                <a:spcPct val="114999"/>
              </a:lnSpc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09296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24F95-1248-1314-2A58-39F218E16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A81B50"/>
                </a:solidFill>
                <a:latin typeface="Calibri"/>
                <a:ea typeface="Calibri"/>
                <a:cs typeface="Calibri"/>
              </a:rPr>
              <a:t>Your Solution</a:t>
            </a:r>
            <a:endParaRPr lang="en-US"/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6F5F9-61F1-1749-0310-6B81E2763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Developed a Courier &amp; Parcel Tracking System using C++.</a:t>
            </a:r>
            <a:endParaRPr lang="en-US" dirty="0"/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Staff can register parcels with sender and receiver details.</a:t>
            </a: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System generates a unique tracking ID for each parcel.</a:t>
            </a: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Customers can track parcel status using the tracking ID.</a:t>
            </a:r>
          </a:p>
          <a:p>
            <a:pPr>
              <a:lnSpc>
                <a:spcPct val="114999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530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FFA23-214F-016D-33DB-4997FAE3D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A81B50"/>
                </a:solidFill>
                <a:latin typeface="Calibri"/>
                <a:ea typeface="Calibri"/>
                <a:cs typeface="Calibri"/>
              </a:rPr>
              <a:t>Working (Method / Mind Map)</a:t>
            </a:r>
            <a:endParaRPr lang="en-US"/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F283B-B210-1950-75F0-8DE3F3C18C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Start the program.</a:t>
            </a:r>
            <a:endParaRPr lang="en-US" dirty="0"/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Choose Courier Staff or Customer.</a:t>
            </a: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Staff registers parcel details.</a:t>
            </a: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 System generates tracking ID.</a:t>
            </a: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5. Staff updates delivery status.</a:t>
            </a: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6. Customer tracks parcel using ID.</a:t>
            </a:r>
          </a:p>
          <a:p>
            <a:pPr>
              <a:lnSpc>
                <a:spcPct val="114999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291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43338-6F89-4AD7-655E-2B8134CDD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A81B50"/>
                </a:solidFill>
                <a:latin typeface="Calibri"/>
                <a:ea typeface="Calibri"/>
                <a:cs typeface="Calibri"/>
              </a:rPr>
              <a:t>Conclusion</a:t>
            </a:r>
            <a:endParaRPr lang="en-US" b="1">
              <a:solidFill>
                <a:srgbClr val="A81B5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D4198-E622-5923-5A79-5C3248605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System simplifies parcel registration and tracking.</a:t>
            </a:r>
            <a:endParaRPr lang="en-US"/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Demonstrates use of C++ concepts like classes and vectors.</a:t>
            </a: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Helps manage parcel information efficiently.</a:t>
            </a: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14300" indent="0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Can be improved with GUI, database, and online tracking.</a:t>
            </a:r>
          </a:p>
          <a:p>
            <a:pPr>
              <a:lnSpc>
                <a:spcPct val="114999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398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7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Simple Light</vt:lpstr>
      <vt:lpstr>PowerPoint Presentation</vt:lpstr>
      <vt:lpstr>Index</vt:lpstr>
      <vt:lpstr>Problem Statement  </vt:lpstr>
      <vt:lpstr>Your Solution </vt:lpstr>
      <vt:lpstr>Working (Method / Mind Map) 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59</cp:revision>
  <dcterms:modified xsi:type="dcterms:W3CDTF">2026-03-11T09:48:50Z</dcterms:modified>
</cp:coreProperties>
</file>