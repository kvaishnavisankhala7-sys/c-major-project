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3" r:id="rId3"/>
    <p:sldId id="260" r:id="rId4"/>
    <p:sldId id="259" r:id="rId5"/>
    <p:sldId id="261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1B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76C6F-96F9-4303-B32E-34F73C3EFDFC}" v="152" dt="2026-03-11T09:48:20.676"/>
    <p1510:client id="{ECDDB2AB-3894-478A-BA9C-FD4179EF11ED}" v="15" dt="2026-03-12T04:51:44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2035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sz="2400" b="1" dirty="0">
                <a:solidFill>
                  <a:schemeClr val="lt1"/>
                </a:solidFill>
              </a:rPr>
              <a:t>Courier &amp; Parcel Tracking System</a:t>
            </a:r>
          </a:p>
          <a:p>
            <a:pPr marL="0" indent="0"/>
            <a:endParaRPr lang="en-GB" sz="2000" b="1" dirty="0">
              <a:solidFill>
                <a:schemeClr val="lt1"/>
              </a:solidFill>
            </a:endParaRPr>
          </a:p>
          <a:p>
            <a:pPr marL="0" indent="0"/>
            <a:r>
              <a:rPr lang="en-GB" sz="800" b="1" dirty="0">
                <a:solidFill>
                  <a:schemeClr val="lt1"/>
                </a:solidFill>
              </a:rPr>
              <a:t>By, Vaishnavi </a:t>
            </a:r>
            <a:r>
              <a:rPr lang="en-GB" sz="800" b="1" dirty="0" err="1">
                <a:solidFill>
                  <a:schemeClr val="lt1"/>
                </a:solidFill>
              </a:rPr>
              <a:t>Sankhala</a:t>
            </a:r>
            <a:endParaRPr lang="en-GB" sz="800" b="1" dirty="0">
              <a:solidFill>
                <a:schemeClr val="lt1"/>
              </a:solidFill>
            </a:endParaRPr>
          </a:p>
          <a:p>
            <a:r>
              <a:rPr lang="en-GB" sz="1200" dirty="0">
                <a:solidFill>
                  <a:srgbClr val="000000"/>
                </a:solidFill>
              </a:rPr>
              <a:t> </a:t>
            </a:r>
            <a:r>
              <a:rPr lang="en-GB" sz="800" dirty="0">
                <a:solidFill>
                  <a:schemeClr val="bg1"/>
                </a:solidFill>
              </a:rPr>
              <a:t>15009672079</a:t>
            </a:r>
          </a:p>
          <a:p>
            <a:pPr marL="0" indent="0"/>
            <a:br>
              <a:rPr lang="en-US" dirty="0"/>
            </a:br>
            <a:endParaRPr lang="en-US" dirty="0"/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B4E8-BAA3-C2BF-9BFE-4D1FC856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  <a:t>Problem Statement</a:t>
            </a:r>
            <a:b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</a:br>
            <a:endParaRPr lang="en-US" sz="4400" b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FEDC0-1FC1-E78D-3EF0-771077F02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Courier companies manage many parcels daily.</a:t>
            </a:r>
            <a:endParaRPr lang="en-US" dirty="0"/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Manual tracking can lead to errors and confusion.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Customers want to know parcel status and location.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A simple digital system is needed for parcel tracking.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sz="2800" dirty="0"/>
          </a:p>
        </p:txBody>
      </p:sp>
      <p:pic>
        <p:nvPicPr>
          <p:cNvPr id="4" name="Picture 3" descr="images.jpeg">
            <a:extLst>
              <a:ext uri="{FF2B5EF4-FFF2-40B4-BE49-F238E27FC236}">
                <a16:creationId xmlns:a16="http://schemas.microsoft.com/office/drawing/2014/main" id="{2D149A08-A96E-DF61-825D-96D0DA869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599" y="4106715"/>
            <a:ext cx="9239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9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4F95-1248-1314-2A58-39F218E1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  <a:t>Your Solution</a:t>
            </a:r>
            <a:endParaRPr lang="en-US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6F5F9-61F1-1749-0310-6B81E2763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Developed a Courier &amp; Parcel Tracking System using C++.</a:t>
            </a:r>
            <a:endParaRPr lang="en-US" dirty="0"/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Staff can register parcels with sender and receiver details.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System generates a unique tracking ID for each parcel.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Customers can track parcel status using the tracking ID.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  <p:pic>
        <p:nvPicPr>
          <p:cNvPr id="4" name="Picture 3" descr="images.jpeg">
            <a:extLst>
              <a:ext uri="{FF2B5EF4-FFF2-40B4-BE49-F238E27FC236}">
                <a16:creationId xmlns:a16="http://schemas.microsoft.com/office/drawing/2014/main" id="{E12CF89E-7175-FDF9-AC98-FBF6C3359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79" y="4156555"/>
            <a:ext cx="9239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53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FA23-214F-016D-33DB-4997FAE3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  <a:t>Working (Method / Mind Map)</a:t>
            </a:r>
            <a:endParaRPr lang="en-US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283B-B210-1950-75F0-8DE3F3C18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Start the program.</a:t>
            </a:r>
            <a:endParaRPr lang="en-US" dirty="0"/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Choose Courier Staff or Customer.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Staff registers parcel details.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System generates tracking ID.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 Staff updates delivery status.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 Customer tracks parcel using ID.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  <p:pic>
        <p:nvPicPr>
          <p:cNvPr id="4" name="Picture 3" descr="images.jpeg">
            <a:extLst>
              <a:ext uri="{FF2B5EF4-FFF2-40B4-BE49-F238E27FC236}">
                <a16:creationId xmlns:a16="http://schemas.microsoft.com/office/drawing/2014/main" id="{EA97A42D-BDA5-BB0B-6B69-BE50B786D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023" y="4219686"/>
            <a:ext cx="9239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9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3338-6F89-4AD7-655E-2B8134CD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b="1">
              <a:solidFill>
                <a:srgbClr val="A81B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D4198-E622-5923-5A79-5C3248605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System simplifies parcel registration and tracking.</a:t>
            </a:r>
            <a:endParaRPr lang="en-US"/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Demonstrates use of C++ concepts like classes and vectors.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Helps manage parcel information efficiently.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Can be improved with GUI, database, and online tracking.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  <p:pic>
        <p:nvPicPr>
          <p:cNvPr id="4" name="Picture 3" descr="images.jpeg">
            <a:extLst>
              <a:ext uri="{FF2B5EF4-FFF2-40B4-BE49-F238E27FC236}">
                <a16:creationId xmlns:a16="http://schemas.microsoft.com/office/drawing/2014/main" id="{79C01491-CF64-40E4-D8CD-2E6AB6E92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698" y="4156555"/>
            <a:ext cx="9239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98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Problem Statement  </vt:lpstr>
      <vt:lpstr>Your Solution </vt:lpstr>
      <vt:lpstr>Working (Method / Mind Map)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67</cp:revision>
  <dcterms:modified xsi:type="dcterms:W3CDTF">2026-03-12T04:51:50Z</dcterms:modified>
</cp:coreProperties>
</file>